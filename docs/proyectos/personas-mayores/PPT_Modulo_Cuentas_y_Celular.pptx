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Reemplace el recuadro de la izquierda por una foto del grupo o de la comuna.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ruta en voz alta. No profundice: es solo para que sepan qué esperar.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Empiece usted para dar el ejemplo. Nadie está obligado. Si alguien no quiere hablar, pasa el turno sin comentario.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bloque más difícil del día y por eso va en la mañana, con el grupo despierto.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Lleve una vela artesanal terminada (o la pieza de la técnica del grupo). Reparta tarjetas. Luego lea los precios en voz alta: la diferencia entre el más bajo y el más alto va a ser enorme. Esa sorpresa es la que enseña, no 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Repita despacio: costo es lo que sale de mi bolsillo, precio es lo que entra. Una instrucción por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Escríbalo en el tablero al mismo tiempo, renglón por renglón. El valor del tiempo es la parte que siempre olvidan: insista.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vuelva a las tarjetas del ejercicio: cuántos habían puesto menos de 11.000.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Pasen por las mesas. Trabajen de a dos: quien ya sabe ayuda a quien no. 40 minutos incluye la puesta en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Vaya despacio. Sin conteos rápidos ni competencia.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una sola idea. Deje un silencio después de leerla.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tres cajas. No introduzca términos como ingresos o egresos: ventas, gastos y ganancia bastan.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proyección, no un compromiso. Dígalo en voz alta para que nadie sienta que está firmando una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Deje esta diapositiva proyectada durante el almuerzo.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del almuerzo el grupo está en su punto más bajo: este bloque es práctico y en parejas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relleno: es lo que evita que el grupo se duerma. Salgan de verdad del salón.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una foto mala y una buena del mismo producto. El contraste enseña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foto, no diez. Pasen por las parejas. Al final proyecte varias y pregunte al grupo cuál se ve mejor y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Estados, no redes nuevas: es la herramienta que ya tienen y ya saben abrir.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 autoestima, no en resumen. Recoja la caja de preguntas anónimas antes de despedir.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80560" y="5029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MEDELLÍN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298448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5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QUIERE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4544568" y="5989320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B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 ·  Equipo de Personas Mayores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B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28346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9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 UNA FOTO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E9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GRUPO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77640" y="2331720"/>
            <a:ext cx="566928" cy="23774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8" name="Shape 6"/>
          <p:cNvSpPr/>
          <p:nvPr/>
        </p:nvSpPr>
        <p:spPr>
          <a:xfrm>
            <a:off x="4544568" y="2331720"/>
            <a:ext cx="7086600" cy="237744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2514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NEGOCIO: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CUENTAS Y EL CELULAR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9136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en Artes y Oficios · Jornada de 8 horas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vamos a hacer hoy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66928" y="205740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523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conocemos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99432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8:30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599432" y="27523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de mi negocio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99432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cuesta, a cómo vendo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19872" y="205740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75904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10:20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375904" y="27523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Practicamos las cuentas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75904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mi propio producto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425196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416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9469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43400" y="425196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99432" y="4416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4599432" y="49469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 en el celular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599432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y WhatsApp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119872" y="4251960"/>
            <a:ext cx="3502152" cy="18745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75904" y="4416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15:30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8375904" y="49469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375904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me llevo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 · 20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y oficio de la casa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0175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dice: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Cómo quiere que la llamen.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Un oficio que hubo en su casa.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«Mi mamá cosía»  ·  «Mi papá era zapatero»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A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685800" cy="219456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88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de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709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me cuesta · A cómo lo vendo · Cuánto me queda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6670" y="2797150"/>
            <a:ext cx="715061" cy="715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20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cómo vendería usted esta vela?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0175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 diga en voz alta todavía.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el precio en su tarjeta.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Déle la vuelta y déjela sobre la mesa.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hay dos cuentas que saber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5257800" cy="320040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8408" y="2377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38404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gasto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hacer uno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355080" y="2148840"/>
            <a:ext cx="5257800" cy="320040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6560" y="2377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8404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cobro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ese uno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vela artesanal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783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me cuesta hacer UNA?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2860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286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$ 3.000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90779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Pabilo y esencia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907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$ 1.000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5295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5295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$ 2.000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280160" y="4224528"/>
            <a:ext cx="8961120" cy="27432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80160" y="4315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tiempo  (1 hora)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43159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$ 5.000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1280160" y="5029200"/>
            <a:ext cx="8961120" cy="868680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80160" y="51389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COSTO DE UNA VELA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$ 11.000  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costo al precio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1488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costó hacerla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148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$ 11.000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88036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quiero ganar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8803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5.500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280160" y="3639312"/>
            <a:ext cx="8961120" cy="27432"/>
          </a:xfrm>
          <a:prstGeom prst="rect">
            <a:avLst/>
          </a:prstGeom>
          <a:solidFill>
            <a:srgbClr val="0E3A54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3794760"/>
            <a:ext cx="8961120" cy="96012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80160" y="39319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 VENDO EN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931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$ 16.500  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51206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vende en $8.000, está pagando por trabajar.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40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Saque la cuenta de SU producto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880360"/>
          <a:ext cx="1014984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2286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 materiales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 tiempo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0E3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A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activa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737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560320"/>
            <a:ext cx="9144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Movemos hombros, manos, muñecas y tobillos.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Sentados o de pie, como cada quien pueda.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está obligado a levantarse.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6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ORO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65960"/>
            <a:ext cx="8778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tiempo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se cobra.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FF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cuenta las horas que trabajó, el negocio parece que deja plata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FF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 realidad no deja nada.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784080" y="2103120"/>
            <a:ext cx="1737360" cy="173736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167" y="2572207"/>
            <a:ext cx="799186" cy="7991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cuenta del mes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3200400" cy="21945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46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entró en el mes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4617720" y="2286000"/>
            <a:ext cx="3200400" cy="2194560"/>
          </a:xfrm>
          <a:prstGeom prst="rect">
            <a:avLst/>
          </a:prstGeom>
          <a:solidFill>
            <a:srgbClr val="5A6B7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3246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transporte, otros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600" dirty="0"/>
          </a:p>
        </p:txBody>
      </p:sp>
      <p:sp>
        <p:nvSpPr>
          <p:cNvPr id="14" name="Shape 11"/>
          <p:cNvSpPr/>
          <p:nvPr/>
        </p:nvSpPr>
        <p:spPr>
          <a:xfrm>
            <a:off x="8668512" y="2286000"/>
            <a:ext cx="3200400" cy="219456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42832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3246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 verdad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quedó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ganancia da negativa, el negocio está perdiendo. Hay que subir el precio o bajar los gastos.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30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Haga la cuenta de su mes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0175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del mes        $ ______________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del mes        $ ______________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                 $ ______________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A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 ·  1 hora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834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vemos a la 1:00 en punto.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A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685800" cy="219456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88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celular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709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buena foto · Mostrar y vender por WhatsApp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6670" y="2797150"/>
            <a:ext cx="715061" cy="7150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ALMUERZO · 15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caminata de a dos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0175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Salimos a caminar en parejas con una sola pregunta: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«¿A quién le ha mostrado usted lo que hace?»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volver, cada pareja trae una frase.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buena foto: tres reglas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66928" y="2103120"/>
            <a:ext cx="3502152" cy="32461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7" name="Shape 4"/>
          <p:cNvSpPr/>
          <p:nvPr/>
        </p:nvSpPr>
        <p:spPr>
          <a:xfrm>
            <a:off x="1773936" y="2395728"/>
            <a:ext cx="1097280" cy="109728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02" y="2691994"/>
            <a:ext cx="504749" cy="5047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37033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Luz de ventana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42976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 flash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de noche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343400" y="2103120"/>
            <a:ext cx="3502152" cy="32461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2" name="Shape 8"/>
          <p:cNvSpPr/>
          <p:nvPr/>
        </p:nvSpPr>
        <p:spPr>
          <a:xfrm>
            <a:off x="5550408" y="2395728"/>
            <a:ext cx="1097280" cy="109728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674" y="2691994"/>
            <a:ext cx="504749" cy="5047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37033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Fondo limpio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42976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tela o una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pared sin nada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119872" y="2103120"/>
            <a:ext cx="3502152" cy="3246120"/>
          </a:xfrm>
          <a:prstGeom prst="rect">
            <a:avLst/>
          </a:prstGeom>
          <a:solidFill>
            <a:srgbClr val="EEF3F6"/>
          </a:solidFill>
          <a:ln/>
        </p:spPr>
      </p:sp>
      <p:sp>
        <p:nvSpPr>
          <p:cNvPr id="17" name="Shape 12"/>
          <p:cNvSpPr/>
          <p:nvPr/>
        </p:nvSpPr>
        <p:spPr>
          <a:xfrm>
            <a:off x="9326880" y="2395728"/>
            <a:ext cx="1097280" cy="109728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146" y="2691994"/>
            <a:ext cx="504749" cy="5047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94192" y="37033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Acérquese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8394192" y="42976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producto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llene la foto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40 MINUTOS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9966960" y="502920"/>
            <a:ext cx="1371600" cy="1371600"/>
          </a:xfrm>
          <a:prstGeom prst="ellipse">
            <a:avLst/>
          </a:prstGeom>
          <a:solidFill>
            <a:srgbClr val="0E3A5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292" y="8732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14300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Tome UNA foto de su producto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0175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parejas. Quien tiene celular ayuda a quien no.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foto, aplicando las tres reglas.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las vemos todas en la pantalla.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00A9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y vender por WhatsApp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31520" y="2103120"/>
            <a:ext cx="777240" cy="7772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08483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Publique la foto en sus Estados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523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 todos sus contactos y no cuesta nada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31520" y="3337560"/>
            <a:ext cx="777240" cy="7772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31927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el precio y para qué sirve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37581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precio, la gente no pregunta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31520" y="4572000"/>
            <a:ext cx="777240" cy="7772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45537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Diga cómo lo pueden pedir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49926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número de teléfono o su dirección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3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2377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A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Secretaría de Inclusión Social y Familia · Equipo de Personas Mayores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960120" cy="96012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009040"/>
            <a:ext cx="441655" cy="4416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749808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me llevo de hoy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8745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dice UNA sola cosa que aprendió.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no quiera hablar, pasa.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66928" y="3337560"/>
            <a:ext cx="11064240" cy="2194560"/>
          </a:xfrm>
          <a:prstGeom prst="rect">
            <a:avLst/>
          </a:prstGeom>
          <a:solidFill>
            <a:srgbClr val="1545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PARA LA CASA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023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Saque la cuenta de otros dos productos suyos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publique una foto en sus Estados.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1 - Mi negocio: las cuentas y el celular</dc:title>
  <dc:subject>PptxGenJS Presentation</dc:subject>
  <dc:creator>Equipo de Personas Mayores</dc:creator>
  <cp:lastModifiedBy>Equipo de Personas Mayores</cp:lastModifiedBy>
  <cp:revision>1</cp:revision>
  <dcterms:created xsi:type="dcterms:W3CDTF">2026-09-09T00:48:57Z</dcterms:created>
  <dcterms:modified xsi:type="dcterms:W3CDTF">2026-09-09T00:48:57Z</dcterms:modified>
</cp:coreProperties>
</file>