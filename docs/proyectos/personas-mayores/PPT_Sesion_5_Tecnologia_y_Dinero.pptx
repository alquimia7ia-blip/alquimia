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Quinta y última sesión teórica. Reemplace el recuadro izquierdo por una foto del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y resultado esperado, tal como están en la ficha FM-AO-05.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Ruta de la jornada según la ficha. Los tiempos suman 8 horas incluidos todos los momentos.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mitad de la 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actividades no dependen de que cada persona tenga celular, internet o cuenta bancaria.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participación es voluntaria. Evite competencia y exigencias de memoria o rapidez.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parejas o subgrupos para facilitar la participación; lleve a plenaria solo algunas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pida claves, saldos, deudas, cuentas bancarias ni publicaciones reales durante 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de conceptos esenciales de la ficha. Dé una instrucción por vez y compruebe que se entendió.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Entregue el refrigerio y diligencie el formato de entrega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compatible con estar sentados y comiendo. La participación es voluntaria.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Ofrezca alternativas en papel, conversación o demostración compartida. No dependa del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está obligado a usar celular. Pida autorización antes de fotografiar a cualquier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60 a 90 minutos proponga movilidad suave, descanso visual, respiración o una activación breve.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participación puede ser oral, escrita, gráfica o práctica.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Entregue el almuerzo y diligencie el formato de entrega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Alterne conversación y actividad. Permita repetir, descansar y recibir apoyo.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está obligado a moverse ni a hablar frente a todo el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Trabaje con casos imaginarios. Parta de la experiencia de las personas y evite lenguaje infantilizante.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Explicación aplicada a una iniciativa, tal como está en la ficha.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Advertencia de la ficha para los momentos 10 y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caso debe ser ficticio. No solicite información financiera real de ninguna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Trabaje en subgrupos. Lleve a plenaria solo algunas decisiones.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Entregue el refrigerio y diligencie el formato de entrega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Cuide el trato: parta de la experiencia de las personas y evite juicios sobre sus capacidades.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orientadoras de la ficha FM-AO-05.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en casa de 2 horas, según la ficha. La sesión 6 es la primera práctica.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80560" y="502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MEDELLÍN</a:t>
            </a:r>
            <a:endParaRPr lang="en-US" sz="6200" dirty="0"/>
          </a:p>
        </p:txBody>
      </p:sp>
      <p:sp>
        <p:nvSpPr>
          <p:cNvPr id="3" name="Text 1"/>
          <p:cNvSpPr txBox="1"/>
          <p:nvPr/>
        </p:nvSpPr>
        <p:spPr>
          <a:xfrm>
            <a:off x="4480560" y="1298448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QUIERE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B4E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5760" y="283464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9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VA UNA FOTO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6E9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GRUPO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77640" y="2194560"/>
            <a:ext cx="566928" cy="265176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7" name="Shape 5"/>
          <p:cNvSpPr/>
          <p:nvPr/>
        </p:nvSpPr>
        <p:spPr>
          <a:xfrm>
            <a:off x="4544568" y="2194560"/>
            <a:ext cx="7086600" cy="265176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2377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6F1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FM-AO-05  ·  SESIÓN 5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83464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USAMOS LA TECNOLOGÍA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DINERO CON PROPÓSITO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4224528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en Artes y Oficios · 8 h presenciales + 2 h en casa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5989320"/>
            <a:ext cx="7086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BD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822960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qué es esta jornada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11064240" cy="178308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usos accesibles y seguros de medios tecnológicos para comunicar una iniciativa y comprender principios básicos de ingresos, gastos, ahorro y decisiones responsables.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11064240" cy="178308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6F1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FINALIZAR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70916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participante habrá identificado una forma posible de mostrar o comunicar una oferta y una decisión sencilla para organizar mejor los recursos de una iniciativa.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MOMENTOS 1 A 7  ·  MAÑANA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jornada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11064240" cy="384048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19659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9659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965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196596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3957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 y activación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23957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806440" y="2395728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 el propósito y realice ¿Para qué uso la tecnología?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2962656"/>
            <a:ext cx="11064240" cy="51206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296265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29626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Experiencias cotidianas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296265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806440" y="2962656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 en subgrupos sobre llamadas, fotos, radio y carteles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66928" y="3529584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68680" y="352958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35295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 accesible y segura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0" y="352958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806440" y="3529584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usos posibles y cuidados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66928" y="4096512"/>
            <a:ext cx="11064240" cy="51206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8680" y="4096512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417320" y="40965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lúdica y refrigerio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0" y="409651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806440" y="4096512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Proponga Mensaje que viaja u otra actividad voluntaria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" y="4663440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68680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1417320" y="4663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una oferta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6634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663440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Practiquen fondo limpio, buena luz y descripción breve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566928" y="5230368"/>
            <a:ext cx="11064240" cy="51206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68680" y="523036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1417320" y="52303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activa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5806440" y="5230368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 visual y movilidad suave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566928" y="5797296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68680" y="579729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1417320" y="579729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sencillo</a:t>
            </a:r>
            <a:endParaRPr lang="en-US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0" y="57972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5806440" y="5797296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Construyan en parejas un mensaje, sin datos reales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MOMENTOS 8 A 13  ·  TARDE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jornada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11064240" cy="384048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19659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9659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965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196596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3957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23957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806440" y="2395728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 y descanso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2962656"/>
            <a:ext cx="11064240" cy="51206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296265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29626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Reactivación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296265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806440" y="2962656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Realice Necesidad o gusto u otra actividad corta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66928" y="3529584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68680" y="352958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35295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Ingresos, gastos y ahorro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0" y="352958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806440" y="3529584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con ejemplos de una iniciativa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66928" y="4096512"/>
            <a:ext cx="11064240" cy="51206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8680" y="4096512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417320" y="40965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del presupuesto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0" y="409651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806440" y="4096512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fichas de dinero y un caso imaginario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" y="4663440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68680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1417320" y="4663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lúdica y refrigerio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6634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663440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breve, adaptada y voluntaria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566928" y="5230368"/>
            <a:ext cx="11064240" cy="51206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68680" y="523036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1417320" y="52303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5806440" y="5230368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Integre los seis ejes y explique la transición a la sesión 6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  ·  20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 y activación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 el propósito de la jornada.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Realice ¿Para qué uso la tecnología?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otra actividad breve.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 · JUEGO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uso la tecnología?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60604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grupo menciona los medios que usa en la vida diaria.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Incluya opciones no digitales como cartel, llamada o voz a voz.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5212080"/>
            <a:ext cx="11064240" cy="868680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APORTA:   Reconocimiento de experiencias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2  ·  40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Experiencias cotidianas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 en subgrupos sobre experiencias y anécdotas: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llamadas, mensajes, fotografías, radio, carteles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otros medios usados para informarse o vender.</a:t>
            </a:r>
            <a:endParaRPr lang="en-US" sz="2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3  ·  50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 accesible y segura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usos posibles y cuidados: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personales  ·  enlaces  ·  claves  ·  engaños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autorización antes de publicar fotografías.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Medios tecnológicos: usos y cuidados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03120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1031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Llamadas y mensajes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160520" y="210312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el destinatario, escribir información clara y no compartir claves o códigos.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66928" y="2843784"/>
            <a:ext cx="11064240" cy="65836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Fotografías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2843784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 luz suficiente y fondo ordenado; pedir autorización antes de fotografiar o publicar a otras personas.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66928" y="3584448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358444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o redes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358444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abrir enlaces dudosos, no enviar dinero por presión y verificar pedidos o pagos por un medio conocido.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66928" y="4325112"/>
            <a:ext cx="11064240" cy="65836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3251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Carteles y voz a voz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160520" y="43251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son medios válidos. Deben incluir información clara, legible y verificable.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66928" y="5065776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8680" y="506577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Apoyo de otra persona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5065776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solicitar acompañamiento de alguien de confianza sin entregar claves ni perder control de sus decisiones.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4  ·  20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lúdica y refrigerio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Proponga Mensaje que viaja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otra actividad voluntaria.</a:t>
            </a:r>
            <a:endParaRPr lang="en-US" sz="2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4 · JUEGO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que viaja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60604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frase breve pasa de persona en persona.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se compara con la original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 conversa sobre la claridad.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5212080"/>
            <a:ext cx="11064240" cy="868680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APORTA:   Comunicación clara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5  ·  1 HORA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una oferta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objetos o ejemplos, practiquen: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fondo limpio  ·  buena luz  ·  información clara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una descripción breve.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simularse en papel.</a:t>
            </a:r>
            <a:endParaRPr lang="en-US" sz="2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5 · ACTIVIDAD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o dibujo de producto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60604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parejas, preparan una escena con fondo ordenado y buena luz,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 dibujan si no hay dispositivo.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5212080"/>
            <a:ext cx="11064240" cy="868680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APORTA:   Presentación de la oferta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6  ·  10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activa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 visual y movilidad suave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manos, cuello y hombros.</a:t>
            </a:r>
            <a:endParaRPr lang="en-US" sz="2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7  ·  50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sencillo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Construyan en parejas un mensaje con: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 ·  qué ofrece  ·  para quién puede servir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forma segura de contacto.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publicar datos reales.</a:t>
            </a:r>
            <a:endParaRPr lang="en-US" sz="2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8  ·  1 HORA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 y descanso.</a:t>
            </a:r>
            <a:endParaRPr lang="en-US" sz="2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9  ·  10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Reactivación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Realice Necesidad o gusto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otra actividad corta.</a:t>
            </a:r>
            <a:endParaRPr lang="en-US" sz="2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9 · JUEGO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Necesidad o gusto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60604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 ejemplos cotidianos, cada persona indica con un gesto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lo considera necesidad, gusto o depende del caso.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5212080"/>
            <a:ext cx="11064240" cy="868680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APORTA:   Priorización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10  ·  1 HORA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Ingresos, gastos y ahorro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con ejemplos de una iniciativa: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dinero que entra  ·  costos  ·  gastos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 ·  ahorro.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solicite cifras personales.</a:t>
            </a:r>
            <a:endParaRPr lang="en-US" sz="2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racional de los recursos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03120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1031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160520" y="210312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Dinero que entra por una venta, servicio u otra fuente.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66928" y="2843784"/>
            <a:ext cx="11064240" cy="65836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2843784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 que se usa directamente para producir u ofrecer: materiales, insumos o mano de obra, según el caso.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66928" y="3584448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358444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358444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necesario para funcionar, comunicar, transportar o entregar, entre otros.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66928" y="4325112"/>
            <a:ext cx="11064240" cy="65836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3251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 o reserva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160520" y="43251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que se guarda para una meta, una compra futura o una situación inesperada.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66928" y="5065776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8680" y="506577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responsable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5065776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Comparar, priorizar, evitar compras innecesarias y no comprometer dinero que no se tiene.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6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148840"/>
            <a:ext cx="8778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Trabaje siempre con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imaginarios.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38912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dirty="0">
                <a:solidFill>
                  <a:srgbClr val="FF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solicite claves, saldos, deudas, ingresos personales ni información bancaria.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9784080" y="2240280"/>
            <a:ext cx="1737360" cy="173736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167" y="2709367"/>
            <a:ext cx="799186" cy="79918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11  ·  50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del presupuesto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fichas de dinero y un caso imaginario, prioricen: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  ·  transporte  ·  empaque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  ·  otros gastos.</a:t>
            </a:r>
            <a:endParaRPr lang="en-US" sz="2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11 · JUEGO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imaginario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60604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Distribuyan fichas entre materiales, transporte, empaque,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 y otros gastos de un caso ficticio.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5212080"/>
            <a:ext cx="11064240" cy="868680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APORTA:   Decisiones financieras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12  ·  20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lúdica y refrigerio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Proponga una actividad breve,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adaptada y voluntaria.</a:t>
            </a:r>
            <a:endParaRPr lang="en-US" sz="2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13  ·  30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9509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Integre los seis ejes teóricos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explique la transición a la primera práctica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sesión 6.</a:t>
            </a:r>
            <a:endParaRPr lang="en-US" sz="2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orientadoras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31520" y="2304288"/>
            <a:ext cx="777240" cy="777240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23042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194560"/>
            <a:ext cx="9418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medio podría usar?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731520" y="3538728"/>
            <a:ext cx="777240" cy="777240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35387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429000"/>
            <a:ext cx="9418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cuidado debo tener?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731520" y="4773168"/>
            <a:ext cx="777240" cy="777240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31520" y="477316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4663440"/>
            <a:ext cx="9418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decisión ayudaría a organizar mejor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recursos de una iniciativa?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Escuche sin exigir respuestas escritas ni elaborar un informe.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HORAS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en casa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94560"/>
            <a:ext cx="11064240" cy="192024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2395728"/>
            <a:ext cx="10241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una forma sencilla de presentar una iniciativa: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frase, un dibujo, un cartel o una fotografía.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566928" y="4297680"/>
            <a:ext cx="11064240" cy="13716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5840" y="429768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pensar en un gasto que conviene priorizar y otro que podría esperar.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debe publicar información ni usar dinero real.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Sesion 5 - Usamos la tecnologia y el dinero con proposito</dc:title>
  <dc:subject>PptxGenJS Presentation</dc:subject>
  <dc:creator>Equipo de Personas Mayores</dc:creator>
  <cp:lastModifiedBy>Equipo de Personas Mayores</cp:lastModifiedBy>
  <cp:revision>1</cp:revision>
  <dcterms:created xsi:type="dcterms:W3CDTF">2026-09-09T01:31:56Z</dcterms:created>
  <dcterms:modified xsi:type="dcterms:W3CDTF">2026-09-09T01:31:56Z</dcterms:modified>
</cp:coreProperties>
</file>