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FM-AO-05. Reemplace el recuadro izquierdo por una foto del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1. Lea la ruta en voz alta, sin profundizar.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Anote en dos columnas SIN título. Al final rotule: con aparato / sin aparato. Aclare que hoy nadie necesita celular ni contar cuánto gana.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el bloque más denso del día y por eso va en la mañana, con la atención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Reparta el caso impreso en letra grande. Léalo dos veces.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defina las palabras al principio. Relea el caso renglón por renglón y que el grupo clasifique. Las definiciones se leen 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Escriba la resta grande en el tablero. Verifique con: ¿cómo se lo explicaría a un nieto? Nunca pregunte ¿entendieron?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Subgrupos de 4 o 5. Deje 15 minutos y NO opine ni corrija mientras deciden.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vestido nuevo es la tentación del juego y es a propósito. No advierta sobre ella ni la desaconseje.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señale a ningún grupo. Deje que el imprevisto muestre solo para qué sirve guardar. Cierre preguntando: ¿qué harían distinto?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Entregue refrigerio y diligencie el formato de entrega de beneficios. No adelante contenido.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salen las experiencias del grupo, después se les pone nombre.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Subgrupos de 4, 15 minutos de conversación. Mientras cuentan, anote en el tablero SOLO el medio: la vecina avisó, el cartel, la llamada, la foto por WhatsApp.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Retome el tablero del momento 5 y vaya agregando el cuidado a cada medio que el grupo ya nombró. No empiece de cero.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usa su celular real. Después de cada mensaje pregunte: ¿en qué se nota? La señal es lo que enseña, no el veredicto.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matizada: no es un engaño, pero enseña el hábito de verificar.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engaño más común. Insista en la señal: pidió un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Sirve para que vean que no todo mensaje es peligroso.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Señale que la urgencia es parte del engaño: lo apuran para que no piense.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la regla: nadie serio le pide una clave ni un código por mensaje.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Deje esta diapositiva proyectada. Escriba la hora de regreso también en el tablero.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respuesta correcta y dígalo en voz alta. Cuando el grupo se divida, pregunte ¿de qué depende? y siga. Corte a los 10 minutos exactos.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Después del almuerzo no entra concepto nuevo: los dos momentos son prácticos.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Escriba el ejemplo grande en el tablero antes de que las parejas empiecen.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en una pareja ninguno escribe, lo dictan y usted o el auxiliar escribe. Solo 3 o 4 parejas leen en voz alta, no todas.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ponga un objeto MAL presentado y pregunte qué le arreglarían. Las tres reglas salen de las respuestas del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Divida el grupo en tres y rote cada 20 minutos. Al final ponga todo a la vista y pregunte cuál se ve mejor y por qué.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de algún eje no recuerdan nada, anótelo: le sirve para informar a coordinación.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se publica información ni se usa dinero real en la tarea. Deje escritos fecha, hora y lugar de la sesión 6 en el tablero.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80560" y="5029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54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MEDELLÍN</a:t>
            </a:r>
            <a:endParaRPr lang="en-US" sz="6200" dirty="0"/>
          </a:p>
        </p:txBody>
      </p:sp>
      <p:sp>
        <p:nvSpPr>
          <p:cNvPr id="3" name="Text 1"/>
          <p:cNvSpPr txBox="1"/>
          <p:nvPr/>
        </p:nvSpPr>
        <p:spPr>
          <a:xfrm>
            <a:off x="4480560" y="1298448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54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QUIERE</a:t>
            </a:r>
            <a:endParaRPr lang="en-US" sz="6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B4E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65760" y="2834640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9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VA UNA FOTO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6E9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GRUPO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977640" y="2194560"/>
            <a:ext cx="566928" cy="265176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7" name="Shape 5"/>
          <p:cNvSpPr/>
          <p:nvPr/>
        </p:nvSpPr>
        <p:spPr>
          <a:xfrm>
            <a:off x="4544568" y="2194560"/>
            <a:ext cx="7086600" cy="265176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2377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6F1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83464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USAMOS LA TECNOLOGÍA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DINERO CON PROPÓSITO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4224528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F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Formación en Artes y Oficios · 8 horas presenciales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5989320"/>
            <a:ext cx="7086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BD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 ·  Equipo de Personas Mayores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83080" y="822960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vamos a hacer hoy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66928" y="2103120"/>
            <a:ext cx="3502152" cy="18288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24942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8:00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6148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Bienvenida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4564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conocemos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2103120"/>
            <a:ext cx="3502152" cy="18288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99432" y="224942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8:20</a:t>
            </a:r>
            <a:endParaRPr lang="en-US" sz="2500" dirty="0"/>
          </a:p>
        </p:txBody>
      </p:sp>
      <p:sp>
        <p:nvSpPr>
          <p:cNvPr id="12" name="Text 9"/>
          <p:cNvSpPr txBox="1"/>
          <p:nvPr/>
        </p:nvSpPr>
        <p:spPr>
          <a:xfrm>
            <a:off x="4599432" y="276148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dinero de la iniciativa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599432" y="34564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Doña Rosa y el presupuesto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119872" y="2103120"/>
            <a:ext cx="3502152" cy="18288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75904" y="224942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10:30</a:t>
            </a:r>
            <a:endParaRPr lang="en-US" sz="2500" dirty="0"/>
          </a:p>
        </p:txBody>
      </p:sp>
      <p:sp>
        <p:nvSpPr>
          <p:cNvPr id="16" name="Text 13"/>
          <p:cNvSpPr txBox="1"/>
          <p:nvPr/>
        </p:nvSpPr>
        <p:spPr>
          <a:xfrm>
            <a:off x="8375904" y="276148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doy a conocer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375904" y="34564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Experiencias y cuidados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251960"/>
            <a:ext cx="3502152" cy="18288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39826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12:10</a:t>
            </a:r>
            <a:endParaRPr lang="en-US" sz="25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9103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5605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343400" y="4251960"/>
            <a:ext cx="3502152" cy="18288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99432" y="439826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13:20</a:t>
            </a:r>
            <a:endParaRPr lang="en-US" sz="2500" dirty="0"/>
          </a:p>
        </p:txBody>
      </p:sp>
      <p:sp>
        <p:nvSpPr>
          <p:cNvPr id="24" name="Text 21"/>
          <p:cNvSpPr txBox="1"/>
          <p:nvPr/>
        </p:nvSpPr>
        <p:spPr>
          <a:xfrm>
            <a:off x="4599432" y="49103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lo que hago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4599432" y="5605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y fotografía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119872" y="4251960"/>
            <a:ext cx="3502152" cy="18288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375904" y="439826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15:30</a:t>
            </a:r>
            <a:endParaRPr lang="en-US" sz="2500" dirty="0"/>
          </a:p>
        </p:txBody>
      </p:sp>
      <p:sp>
        <p:nvSpPr>
          <p:cNvPr id="28" name="Text 25"/>
          <p:cNvSpPr txBox="1"/>
          <p:nvPr/>
        </p:nvSpPr>
        <p:spPr>
          <a:xfrm>
            <a:off x="8375904" y="491032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8375904" y="5605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me llevo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 · BIENVENIDA · 20 MINUTOS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¿Para qué uso la tecnología?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834640"/>
            <a:ext cx="110642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dónde se entera usted de las cosas?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dónde avisa cuando quiere avisar algo?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anotando todas las respuestas.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0" y="2286000"/>
            <a:ext cx="685800" cy="219456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22860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MOMENTOS 2 Y 3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788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dinero de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iniciativa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4754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C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entra · lo que cuesta · lo que se gasta · lo que se guarda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966960" y="2377440"/>
            <a:ext cx="1554480" cy="155448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6670" y="2797150"/>
            <a:ext cx="715061" cy="7150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2 · 1 HORA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 de doña Rosa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103120"/>
            <a:ext cx="11064240" cy="301752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2377440"/>
            <a:ext cx="101498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Doña Rosa hace velas en su casa.</a:t>
            </a: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mes vendió 20 velas a $16.000 cada una. Para hacerlas compró cera, pabilo y vasos por $120.000. Pagó $20.000 de transporte para llevarlas a una feria y $15.000 de bolsas para empacarlas. Guardó $25.000 para el mes siguiente.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3492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Léalo dos veces, despacio, antes de escribir nada en el tablero.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palabras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194560"/>
            <a:ext cx="2606040" cy="301752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95528" y="2468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32918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entra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las ventas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3392424" y="2194560"/>
            <a:ext cx="2606040" cy="3017520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21024" y="2468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32918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gasto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producir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217920" y="2194560"/>
            <a:ext cx="2606040" cy="3017520"/>
          </a:xfrm>
          <a:prstGeom prst="rect">
            <a:avLst/>
          </a:prstGeom>
          <a:solidFill>
            <a:srgbClr val="5A6B7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46520" y="2468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2918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pago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poder vender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9043416" y="2194560"/>
            <a:ext cx="2606040" cy="301752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272016" y="24688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9272016" y="329184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aparto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después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Dibuje las cuatro columnas en el tablero SIN definirlas. El grupo decide en cuál va cada cosa del caso.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2 · SOLO AL FINAL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cuenta de doña Rosa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214884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  ·   20 velas a $16.000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21488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$ 320.000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7889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  ·   cera, pabilo y vasos</a:t>
            </a:r>
            <a:endParaRPr lang="en-US" sz="2700" dirty="0"/>
          </a:p>
        </p:txBody>
      </p:sp>
      <p:sp>
        <p:nvSpPr>
          <p:cNvPr id="10" name="Text 7"/>
          <p:cNvSpPr txBox="1"/>
          <p:nvPr/>
        </p:nvSpPr>
        <p:spPr>
          <a:xfrm>
            <a:off x="7223760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$ 120.000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4290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Gasto   ·   transporte y bolsas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3429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 $ 35.000</a:t>
            </a:r>
            <a:endParaRPr lang="en-US" sz="2700" dirty="0"/>
          </a:p>
        </p:txBody>
      </p:sp>
      <p:sp>
        <p:nvSpPr>
          <p:cNvPr id="13" name="Shape 10"/>
          <p:cNvSpPr/>
          <p:nvPr/>
        </p:nvSpPr>
        <p:spPr>
          <a:xfrm>
            <a:off x="1188720" y="4160520"/>
            <a:ext cx="9235440" cy="27432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14" name="Shape 11"/>
          <p:cNvSpPr/>
          <p:nvPr/>
        </p:nvSpPr>
        <p:spPr>
          <a:xfrm>
            <a:off x="1188720" y="4297680"/>
            <a:ext cx="9235440" cy="868680"/>
          </a:xfrm>
          <a:prstGeom prst="rect">
            <a:avLst/>
          </a:prstGeom>
          <a:solidFill>
            <a:srgbClr val="0E3A5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188720" y="44074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LE QUEDARON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7223760" y="44074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$ 165.000  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5394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esos, guardó $25.000 para el mes siguiente. Eso es el ahorro.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3 · JUEGO · 50 MINUTOS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Ustedes deciden en qué se usan $200.000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834640"/>
            <a:ext cx="110642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grupo recibe 20 fichas.  Cada ficha vale $10.000.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plata que le quedó a doña Rosa este mes.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Repártanla entre las tarjetas de la mesa.</a:t>
            </a:r>
            <a:endParaRPr lang="en-US" sz="2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3 · LAS TARJETAS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¿En qué la usarían?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103120"/>
            <a:ext cx="5440680" cy="1024128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41248" y="217627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 para el próximo mes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3858768" y="217627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fichas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281928" y="2103120"/>
            <a:ext cx="5440680" cy="1024128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56248" y="217627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Transporte a la feria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9573768" y="217627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fichas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5440680" cy="1024128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41248" y="341071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Bolsas y empaque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858768" y="341071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fichas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281928" y="3337560"/>
            <a:ext cx="5440680" cy="1024128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56248" y="341071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Refrigerio del día de venta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573768" y="341071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ficha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566928" y="4572000"/>
            <a:ext cx="5440680" cy="1024128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41248" y="464515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Vestido nuevo para la feria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3858768" y="4645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fichas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6281928" y="4572000"/>
            <a:ext cx="5440680" cy="1024128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56248" y="464515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Guardar para después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9573768" y="4645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sobre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6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258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LOS 15 MINUTOS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20240"/>
            <a:ext cx="8778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¡Se dañó la olla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cera!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1605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Arreglarla cuesta 3 fichas.  Todos los grupos tienen que pagarla.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8920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FFED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guardó, la paga sin problema. Quien no guardó, tiene que quitar de otro lado.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784080" y="2011680"/>
            <a:ext cx="1737360" cy="173736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167" y="2480767"/>
            <a:ext cx="799186" cy="79918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4 · 20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 y refrigerio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194560"/>
            <a:ext cx="94183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 real.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puede ir al café en cualquier momento,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pedir permiso.</a:t>
            </a:r>
            <a:endParaRPr lang="en-US" sz="2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0" y="2286000"/>
            <a:ext cx="685800" cy="219456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22860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MOMENTOS 5, 6 Y 7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788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doy a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conocer lo que hago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4754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C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ya hacemos · los cuidados que hay que tener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966960" y="2377440"/>
            <a:ext cx="1554480" cy="155448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6670" y="2797150"/>
            <a:ext cx="715061" cy="71506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5 · EN SUBGRUPOS · 40 MINUTOS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enteró la gente?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834640"/>
            <a:ext cx="110642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Piense en algo que usted vendió, prestó o regaló.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enteró la gente de que usted lo tenía?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grupo trae UNA sola historia.</a:t>
            </a:r>
            <a:endParaRPr lang="en-US" sz="2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7 · 50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medio tiene su cuidado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1106424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2057400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Llamadas y mensajes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5029200" y="2057400"/>
            <a:ext cx="6400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comparta claves ni códigos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66928" y="2862072"/>
            <a:ext cx="11064240" cy="694944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2862072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Fotografías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2862072"/>
            <a:ext cx="6400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Pida permiso antes de fotografiar a alguien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66928" y="3666744"/>
            <a:ext cx="1106424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" y="3666744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o redes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0" y="3666744"/>
            <a:ext cx="6400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abra enlaces dudosos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66928" y="4471416"/>
            <a:ext cx="11064240" cy="694944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471416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Carteles y voz a voz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0" y="4471416"/>
            <a:ext cx="6400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sirven, y mucho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66928" y="5276088"/>
            <a:ext cx="11064240" cy="6949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8680" y="5276088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Ayuda de otra persona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0" y="5276088"/>
            <a:ext cx="6400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entregar sus claves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7 · EJERCICIO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¿Le abro o no le abro?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834640"/>
            <a:ext cx="110642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Voy a leer cinco mensajes. Responda con la mano: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👍  arriba si le parece seguro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👎  abajo si le parece sospechoso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✋  plana si no sabe</a:t>
            </a:r>
            <a:endParaRPr lang="en-US" sz="2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1 DE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11064240" cy="2514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417320"/>
            <a:ext cx="1014984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«Su pedido está listo. Confirme por el número de siempre.»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4114800"/>
            <a:ext cx="3749040" cy="914400"/>
          </a:xfrm>
          <a:prstGeom prst="rect">
            <a:avLst/>
          </a:prstGeom>
          <a:solidFill>
            <a:srgbClr val="1E7A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41148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SER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411480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 normal, pero conviene confirmar por un medio que usted ya conozca.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A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Muéstrelo primero sin la respuesta. Pregunte: ¿en qué se nota?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2 DE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11064240" cy="2514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417320"/>
            <a:ext cx="1014984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«Felicitaciones, ganó un premio. Envíe el código que le llegó por mensaje.»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4114800"/>
            <a:ext cx="3749040" cy="914400"/>
          </a:xfrm>
          <a:prstGeom prst="rect">
            <a:avLst/>
          </a:prstGeom>
          <a:solidFill>
            <a:srgbClr val="B334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41148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SOSPECHOSO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411480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pide un código. Nadie serio pide códigos por mensaje.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A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Muéstrelo primero sin la respuesta. Pregunte: ¿en qué se nota?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3 DE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11064240" cy="2514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417320"/>
            <a:ext cx="1014984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«Doña Rosa, ¿todavía tiene velas rojas? Soy la vecina del 302.»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4114800"/>
            <a:ext cx="3749040" cy="914400"/>
          </a:xfrm>
          <a:prstGeom prst="rect">
            <a:avLst/>
          </a:prstGeom>
          <a:solidFill>
            <a:srgbClr val="1E7A5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41148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411480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identifica, pregunta por un producto y no le pide nada.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A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Muéstrelo primero sin la respuesta. Pregunte: ¿en qué se nota?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4 DE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11064240" cy="2514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417320"/>
            <a:ext cx="1014984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«Su cuenta será bloqueada hoy. Entre a este enlace y actualice la clave.»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4114800"/>
            <a:ext cx="3749040" cy="914400"/>
          </a:xfrm>
          <a:prstGeom prst="rect">
            <a:avLst/>
          </a:prstGeom>
          <a:solidFill>
            <a:srgbClr val="B334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41148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SOSPECHOSO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411480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señales juntas: lo apura, le manda un enlace y le pide la clave.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A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Muéstrelo primero sin la respuesta. Pregunte: ¿en qué se nota?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5 DE 5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11064240" cy="2514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417320"/>
            <a:ext cx="1014984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«Le consigno ya mismo, pero primero devuélvame $50.000 que le mandé de más.»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4114800"/>
            <a:ext cx="3749040" cy="914400"/>
          </a:xfrm>
          <a:prstGeom prst="rect">
            <a:avLst/>
          </a:prstGeom>
          <a:solidFill>
            <a:srgbClr val="B334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41148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SOSPECHOSO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411480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presiona para que usted mande dinero primero.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A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Muéstrelo primero sin la respuesta. Pregunte: ¿en qué se nota?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8 · 1 HORA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Almuerzo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1488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12:10  ·  volvemos a la 1:10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320040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vemos a la 1:10 en punto.</a:t>
            </a:r>
            <a:endParaRPr lang="en-US" sz="3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9 · REACTIVACIÓN · 10 MINUTOS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Necesidad o gusto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834640"/>
            <a:ext cx="110642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mercado de la semana  ·  Un vestido nuevo  ·  La droga del mes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paseo  ·  Una olla para trabajar  ·  Un celular nuevo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arriba: necesidad.   Mano abajo: gusto.   Mano plana: depende.</a:t>
            </a:r>
            <a:endParaRPr lang="en-US" sz="2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0" y="2286000"/>
            <a:ext cx="685800" cy="219456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22860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MOMENTOS 10 Y 11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7889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lo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hago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4754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C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mensaje claro · una buena presentación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966960" y="2377440"/>
            <a:ext cx="1554480" cy="155448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6670" y="2797150"/>
            <a:ext cx="715061" cy="71506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10 · 50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mensaje lleva cuatro cosas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194560"/>
            <a:ext cx="2606040" cy="18288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8" name="Shape 5"/>
          <p:cNvSpPr/>
          <p:nvPr/>
        </p:nvSpPr>
        <p:spPr>
          <a:xfrm>
            <a:off x="795528" y="2423160"/>
            <a:ext cx="658368" cy="65836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5528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95528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392424" y="2194560"/>
            <a:ext cx="2606040" cy="18288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2" name="Shape 9"/>
          <p:cNvSpPr/>
          <p:nvPr/>
        </p:nvSpPr>
        <p:spPr>
          <a:xfrm>
            <a:off x="3621024" y="2423160"/>
            <a:ext cx="658368" cy="65836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621024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quién sirve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8288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6" name="Shape 13"/>
          <p:cNvSpPr/>
          <p:nvPr/>
        </p:nvSpPr>
        <p:spPr>
          <a:xfrm>
            <a:off x="6446520" y="2423160"/>
            <a:ext cx="658368" cy="65836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46520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vale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043416" y="2194560"/>
            <a:ext cx="2606040" cy="18288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20" name="Shape 17"/>
          <p:cNvSpPr/>
          <p:nvPr/>
        </p:nvSpPr>
        <p:spPr>
          <a:xfrm>
            <a:off x="9272016" y="2423160"/>
            <a:ext cx="658368" cy="658368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272016" y="24231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9272016" y="32004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lo piden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66928" y="4343400"/>
            <a:ext cx="11064240" cy="1371600"/>
          </a:xfrm>
          <a:prstGeom prst="rect">
            <a:avLst/>
          </a:prstGeom>
          <a:solidFill>
            <a:srgbClr val="00A9E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14400" y="448056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«Velas de cera para regalo. Sirven para un detalle o para la casa.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$16.000. Pregunte por doña Rosa en la tienda de la esquina.»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A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48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10 · EN PAREJAS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9966960" y="502920"/>
            <a:ext cx="1371600" cy="1371600"/>
          </a:xfrm>
          <a:prstGeom prst="ellipse">
            <a:avLst/>
          </a:prstGeom>
          <a:solidFill>
            <a:srgbClr val="0E3A5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292" y="873252"/>
            <a:ext cx="630936" cy="630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097280"/>
            <a:ext cx="91440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arme el mensaje del otro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2834640"/>
            <a:ext cx="110642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parejas. Cada quien arma el mensaje del producto del compañero.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los 25 minutos cambiamos: ahora el suyo.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escriba teléfonos ni direcciones reales. Escriba «aquí va mi contacto».</a:t>
            </a:r>
            <a:endParaRPr lang="en-US" sz="2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11 · 1 HORA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buena presentación: tres reglas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148840"/>
            <a:ext cx="3502152" cy="32004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8" name="Shape 5"/>
          <p:cNvSpPr/>
          <p:nvPr/>
        </p:nvSpPr>
        <p:spPr>
          <a:xfrm>
            <a:off x="1773936" y="2423160"/>
            <a:ext cx="1097280" cy="109728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02" y="2719426"/>
            <a:ext cx="504749" cy="50474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41248" y="370332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Luz de ventana</a:t>
            </a:r>
            <a:endParaRPr lang="en-US" sz="23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429768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con flash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de noche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343400" y="2148840"/>
            <a:ext cx="3502152" cy="32004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3" name="Shape 9"/>
          <p:cNvSpPr/>
          <p:nvPr/>
        </p:nvSpPr>
        <p:spPr>
          <a:xfrm>
            <a:off x="5550408" y="2423160"/>
            <a:ext cx="1097280" cy="109728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6674" y="2719426"/>
            <a:ext cx="504749" cy="50474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17720" y="370332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Fondo limpio</a:t>
            </a:r>
            <a:endParaRPr lang="en-US" sz="2300" dirty="0"/>
          </a:p>
        </p:txBody>
      </p:sp>
      <p:sp>
        <p:nvSpPr>
          <p:cNvPr id="16" name="Text 11"/>
          <p:cNvSpPr txBox="1"/>
          <p:nvPr/>
        </p:nvSpPr>
        <p:spPr>
          <a:xfrm>
            <a:off x="4617720" y="429768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tela o una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pared sin nada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8119872" y="2148840"/>
            <a:ext cx="3502152" cy="3200400"/>
          </a:xfrm>
          <a:prstGeom prst="rect">
            <a:avLst/>
          </a:prstGeom>
          <a:solidFill>
            <a:srgbClr val="EEF3F6"/>
          </a:solidFill>
          <a:ln/>
        </p:spPr>
      </p:sp>
      <p:sp>
        <p:nvSpPr>
          <p:cNvPr id="18" name="Shape 13"/>
          <p:cNvSpPr/>
          <p:nvPr/>
        </p:nvSpPr>
        <p:spPr>
          <a:xfrm>
            <a:off x="9326880" y="2423160"/>
            <a:ext cx="1097280" cy="109728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146" y="2719426"/>
            <a:ext cx="504749" cy="50474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394192" y="370332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Acérquese</a:t>
            </a:r>
            <a:endParaRPr lang="en-US" sz="2300" dirty="0"/>
          </a:p>
        </p:txBody>
      </p:sp>
      <p:sp>
        <p:nvSpPr>
          <p:cNvPr id="21" name="Text 15"/>
          <p:cNvSpPr txBox="1"/>
          <p:nvPr/>
        </p:nvSpPr>
        <p:spPr>
          <a:xfrm>
            <a:off x="8394192" y="429768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el producto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llene la foto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11 · ROTAMOS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estaciones de 20 minutos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148840"/>
            <a:ext cx="3502152" cy="292608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8" name="Shape 5"/>
          <p:cNvSpPr/>
          <p:nvPr/>
        </p:nvSpPr>
        <p:spPr>
          <a:xfrm>
            <a:off x="841248" y="2423160"/>
            <a:ext cx="777240" cy="777240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41248" y="2423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38328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Preparar la escena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97764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FC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Extender la tela y poner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FC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objeto junto a la ventana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343400" y="2148840"/>
            <a:ext cx="3502152" cy="292608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13" name="Shape 10"/>
          <p:cNvSpPr/>
          <p:nvPr/>
        </p:nvSpPr>
        <p:spPr>
          <a:xfrm>
            <a:off x="4617720" y="2423160"/>
            <a:ext cx="777240" cy="777240"/>
          </a:xfrm>
          <a:prstGeom prst="ellipse">
            <a:avLst/>
          </a:prstGeom>
          <a:solidFill>
            <a:srgbClr val="F2652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17720" y="2423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338328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4617720" y="397764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FC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Tomar la foto  o  dibujarla.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FC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opciones valen igual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19872" y="2148840"/>
            <a:ext cx="3502152" cy="292608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18" name="Shape 15"/>
          <p:cNvSpPr/>
          <p:nvPr/>
        </p:nvSpPr>
        <p:spPr>
          <a:xfrm>
            <a:off x="8394192" y="2423160"/>
            <a:ext cx="777240" cy="777240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94192" y="2423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8394192" y="338328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8394192" y="397764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FC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debajo la frase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FC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armamos antes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está obligado a usar su celular ni a salir en una foto.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6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13 · CIERRE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00A9E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vimos en las cinco sesiones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566928" y="2194560"/>
            <a:ext cx="566928" cy="566928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194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344168" y="2103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son las artes y los oficios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6281928" y="2194560"/>
            <a:ext cx="566928" cy="566928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81928" y="2194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059168" y="2103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Emprender y crear empresa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566928" cy="566928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337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44168" y="3246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Mercadeo: cómo llego al cliente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6281928" y="3337560"/>
            <a:ext cx="566928" cy="566928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81928" y="3337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059168" y="3246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papel del artesano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66928" y="4480560"/>
            <a:ext cx="566928" cy="566928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4480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344168" y="4389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tecnología para dar a conocer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6281928" y="4480560"/>
            <a:ext cx="566928" cy="566928"/>
          </a:xfrm>
          <a:prstGeom prst="ellipse">
            <a:avLst/>
          </a:prstGeom>
          <a:solidFill>
            <a:srgbClr val="00A9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281928" y="4480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7059168" y="4389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3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uso racional de la economía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cada uno pregunte: ¿qué recuerdan de esto? Anote una frase del grupo, no la suya.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3A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0" y="237744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A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Secretaría de Inclusión Social y Familia · Equipo de Personas Mayores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783080" y="658368"/>
            <a:ext cx="9784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 13 · 30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822960"/>
            <a:ext cx="960120" cy="96012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160" y="1082192"/>
            <a:ext cx="441655" cy="4416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96926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me llevo de hoy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965960"/>
            <a:ext cx="9418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quien dice UNA sola cosa que aprendió.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que no quiera hablar, pasa.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66928" y="3291840"/>
            <a:ext cx="11064240" cy="1600200"/>
          </a:xfrm>
          <a:prstGeom prst="rect">
            <a:avLst/>
          </a:prstGeom>
          <a:solidFill>
            <a:srgbClr val="15455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3493008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A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TAREA PARA LA CASA  ·  2 HORAS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913632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Escoja cómo mostrar su iniciativa: una frase, un dibujo, un cartel o una foto.</a:t>
            </a:r>
            <a:endParaRPr lang="en-US" sz="20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piense en un gasto que conviene hacer ya y otro que puede esperar.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66928" y="5120640"/>
            <a:ext cx="11064240" cy="96012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05840" y="5120640"/>
            <a:ext cx="10241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sesión 6 es la primera PRÁCTICA.   Fecha: __________   Hora: __________   Lugar: __________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Sesion 5 - Usamos la tecnologia y el dinero con proposito</dc:title>
  <dc:subject>PptxGenJS Presentation</dc:subject>
  <dc:creator>Equipo de Personas Mayores</dc:creator>
  <cp:lastModifiedBy>Equipo de Personas Mayores</cp:lastModifiedBy>
  <cp:revision>1</cp:revision>
  <dcterms:created xsi:type="dcterms:W3CDTF">2026-09-09T01:26:58Z</dcterms:created>
  <dcterms:modified xsi:type="dcterms:W3CDTF">2026-09-09T01:26:58Z</dcterms:modified>
</cp:coreProperties>
</file>